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78" r:id="rId13"/>
  </p:sldMasterIdLst>
  <p:notesMasterIdLst>
    <p:notesMasterId r:id="rId17"/>
  </p:notesMasterIdLst>
  <p:handoutMasterIdLst>
    <p:handoutMasterId r:id="rId15"/>
  </p:handoutMasterIdLst>
  <p:sldIdLst>
    <p:sldId id="25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1" Type="http://schemas.openxmlformats.org/officeDocument/2006/relationships/viewProps" Target="viewProps.xml"></Relationship><Relationship Id="rId2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image" Target="../media/fImage3420273041.png"></Relationship><Relationship Id="rId5" Type="http://schemas.openxmlformats.org/officeDocument/2006/relationships/image" Target="../media/fImage392245396334.png"></Relationship><Relationship Id="rId6" Type="http://schemas.openxmlformats.org/officeDocument/2006/relationships/image" Target="../media/fImage100356416500.png"></Relationship><Relationship Id="rId9" Type="http://schemas.openxmlformats.org/officeDocument/2006/relationships/image" Target="../media/fImage79783456334.png"></Relationship><Relationship Id="rId10" Type="http://schemas.openxmlformats.org/officeDocument/2006/relationships/image" Target="../media/fImage55644486500.png"></Relationship><Relationship Id="rId12" Type="http://schemas.openxmlformats.org/officeDocument/2006/relationships/image" Target="../media/fImage110886555724.png"></Relationship><Relationship Id="rId13" Type="http://schemas.openxmlformats.org/officeDocument/2006/relationships/image" Target="../media/fImage72223561478.png"></Relationship><Relationship Id="rId14" Type="http://schemas.openxmlformats.org/officeDocument/2006/relationships/image" Target="../media/fImage120292589358.png"></Relationship><Relationship Id="rId15" Type="http://schemas.openxmlformats.org/officeDocument/2006/relationships/image" Target="../media/fImage50293636962.png"></Relationship><Relationship Id="rId16" Type="http://schemas.openxmlformats.org/officeDocument/2006/relationships/image" Target="../media/fImage38538011241.png"></Relationship><Relationship Id="rId17" Type="http://schemas.openxmlformats.org/officeDocument/2006/relationships/image" Target="../media/fImage2837451138467.png"></Relationship><Relationship Id="rId18" Type="http://schemas.openxmlformats.org/officeDocument/2006/relationships/image" Target="../media/fImage3869101146334.png"></Relationship><Relationship Id="rId19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그림 3" descr="C:/Users/사천중학교/AppData/Roaming/PolarisOffice9/ETemp/9680_17759032/fImage38538011241.png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030460" y="208915"/>
            <a:ext cx="1026160" cy="1289050"/>
          </a:xfrm>
          <a:prstGeom prst="rect"/>
          <a:noFill/>
        </p:spPr>
      </p:pic>
      <p:cxnSp>
        <p:nvCxnSpPr>
          <p:cNvPr id="20" name="도형 6"/>
          <p:cNvCxnSpPr/>
          <p:nvPr/>
        </p:nvCxnSpPr>
        <p:spPr>
          <a:xfrm rot="0" flipH="1" flipV="1">
            <a:off x="4777105" y="673735"/>
            <a:ext cx="861695" cy="6350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도형 1"/>
          <p:cNvSpPr>
            <a:spLocks/>
          </p:cNvSpPr>
          <p:nvPr/>
        </p:nvSpPr>
        <p:spPr>
          <a:xfrm rot="0">
            <a:off x="4866005" y="0"/>
            <a:ext cx="2460625" cy="428625"/>
          </a:xfrm>
          <a:prstGeom prst="rect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>
                <a:latin typeface="나눔고딕 ExtraBold" charset="0"/>
                <a:ea typeface="나눔고딕 ExtraBold" charset="0"/>
              </a:rPr>
              <a:t>신화 2중대 전투편성표</a:t>
            </a:r>
            <a:endParaRPr lang="ko-KR" altLang="en-US">
              <a:latin typeface="나눔고딕 ExtraBold" charset="0"/>
              <a:ea typeface="나눔고딕 ExtraBold" charset="0"/>
            </a:endParaRPr>
          </a:p>
        </p:txBody>
      </p:sp>
      <p:pic>
        <p:nvPicPr>
          <p:cNvPr id="3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574665" y="547370"/>
            <a:ext cx="1030605" cy="1257935"/>
          </a:xfrm>
          <a:prstGeom prst="rect"/>
          <a:noFill/>
        </p:spPr>
      </p:pic>
      <p:sp>
        <p:nvSpPr>
          <p:cNvPr id="4" name="텍스트 상자 4"/>
          <p:cNvSpPr txBox="1">
            <a:spLocks/>
          </p:cNvSpPr>
          <p:nvPr/>
        </p:nvSpPr>
        <p:spPr>
          <a:xfrm rot="0">
            <a:off x="5588000" y="1791335"/>
            <a:ext cx="1016635" cy="25463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hangingPunct="1"/>
            <a:endParaRPr lang="ko-KR" altLang="en-US" sz="1050">
              <a:solidFill>
                <a:schemeClr val="tx1"/>
              </a:solidFill>
              <a:latin typeface="나눔고딕 ExtraBold" charset="0"/>
              <a:ea typeface="나눔고딕 ExtraBold" charset="0"/>
            </a:endParaRPr>
          </a:p>
        </p:txBody>
      </p:sp>
      <p:sp>
        <p:nvSpPr>
          <p:cNvPr id="5" name="도형 5"/>
          <p:cNvSpPr>
            <a:spLocks/>
          </p:cNvSpPr>
          <p:nvPr/>
        </p:nvSpPr>
        <p:spPr>
          <a:xfrm rot="0">
            <a:off x="5588000" y="1804670"/>
            <a:ext cx="1016635" cy="50863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050">
                <a:latin typeface="나눔고딕 ExtraBold" charset="0"/>
                <a:ea typeface="나눔고딕 ExtraBold" charset="0"/>
              </a:rPr>
              <a:t>2</a:t>
            </a:r>
            <a:r>
              <a:rPr sz="1050">
                <a:latin typeface="나눔고딕 ExtraBold" charset="0"/>
                <a:ea typeface="나눔고딕 ExtraBold" charset="0"/>
              </a:rPr>
              <a:t>중대 중대장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hangingPunct="1"/>
            <a:r>
              <a:rPr sz="1050">
                <a:latin typeface="나눔고딕 ExtraBold" charset="0"/>
                <a:ea typeface="나눔고딕 ExtraBold" charset="0"/>
              </a:rPr>
              <a:t>대위 </a:t>
            </a:r>
            <a:r>
              <a:rPr lang="ko-KR" sz="1400">
                <a:latin typeface="나눔고딕 ExtraBold" charset="0"/>
                <a:ea typeface="나눔고딕 ExtraBold" charset="0"/>
              </a:rPr>
              <a:t>오승윤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6" name="도형 7"/>
          <p:cNvCxnSpPr>
            <a:stCxn id="5" idx="2"/>
          </p:cNvCxnSpPr>
          <p:nvPr/>
        </p:nvCxnSpPr>
        <p:spPr>
          <a:xfrm rot="0">
            <a:off x="6096000" y="2312670"/>
            <a:ext cx="635" cy="575310"/>
          </a:xfrm>
          <a:prstGeom prst="line"/>
          <a:ln w="19050" cap="flat" cmpd="sng">
            <a:prstDash/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도형 8"/>
          <p:cNvCxnSpPr/>
          <p:nvPr/>
        </p:nvCxnSpPr>
        <p:spPr>
          <a:xfrm rot="0" flipV="1">
            <a:off x="882015" y="2900680"/>
            <a:ext cx="8142605" cy="15240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도형 14"/>
          <p:cNvSpPr>
            <a:spLocks/>
          </p:cNvSpPr>
          <p:nvPr/>
        </p:nvSpPr>
        <p:spPr>
          <a:xfrm rot="0">
            <a:off x="6956425" y="2211070"/>
            <a:ext cx="1016635" cy="50863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050">
                <a:latin typeface="나눔고딕 ExtraBold" charset="0"/>
                <a:ea typeface="나눔고딕 ExtraBold" charset="0"/>
              </a:rPr>
              <a:t>정보통신과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hangingPunct="1"/>
            <a:r>
              <a:rPr sz="1050">
                <a:latin typeface="나눔고딕 ExtraBold" charset="0"/>
                <a:ea typeface="나눔고딕 ExtraBold" charset="0"/>
              </a:rPr>
              <a:t>중위 </a:t>
            </a:r>
            <a:r>
              <a:rPr lang="ko-KR" sz="1400">
                <a:latin typeface="나눔고딕 ExtraBold" charset="0"/>
                <a:ea typeface="나눔고딕 ExtraBold" charset="0"/>
              </a:rPr>
              <a:t>김강찬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10" name="도형 15"/>
          <p:cNvCxnSpPr>
            <a:stCxn id="9" idx="1"/>
          </p:cNvCxnSpPr>
          <p:nvPr/>
        </p:nvCxnSpPr>
        <p:spPr>
          <a:xfrm rot="0" flipH="1" flipV="1">
            <a:off x="6096000" y="2459990"/>
            <a:ext cx="861060" cy="5715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973060" y="1047750"/>
            <a:ext cx="1009015" cy="1158875"/>
          </a:xfrm>
          <a:prstGeom prst="rect"/>
          <a:noFill/>
        </p:spPr>
      </p:pic>
      <p:sp>
        <p:nvSpPr>
          <p:cNvPr id="12" name="도형 18"/>
          <p:cNvSpPr>
            <a:spLocks/>
          </p:cNvSpPr>
          <p:nvPr/>
        </p:nvSpPr>
        <p:spPr>
          <a:xfrm>
            <a:off x="7964170" y="2202815"/>
            <a:ext cx="1017270" cy="5092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인사정훈과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소령 </a:t>
            </a:r>
            <a:r>
              <a:rPr lang="ko-KR" sz="1400">
                <a:latin typeface="나눔고딕 ExtraBold" charset="0"/>
                <a:ea typeface="나눔고딕 ExtraBold" charset="0"/>
              </a:rPr>
              <a:t>제준호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pic>
        <p:nvPicPr>
          <p:cNvPr id="13" name="그림 1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989695" y="1042670"/>
            <a:ext cx="970280" cy="1177290"/>
          </a:xfrm>
          <a:prstGeom prst="rect"/>
          <a:noFill/>
        </p:spPr>
      </p:pic>
      <p:sp>
        <p:nvSpPr>
          <p:cNvPr id="14" name="도형 20"/>
          <p:cNvSpPr>
            <a:spLocks/>
          </p:cNvSpPr>
          <p:nvPr/>
        </p:nvSpPr>
        <p:spPr>
          <a:xfrm rot="0">
            <a:off x="8958580" y="2207895"/>
            <a:ext cx="1016635" cy="50863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050">
                <a:latin typeface="나눔고딕 ExtraBold" charset="0"/>
                <a:ea typeface="나눔고딕 ExtraBold" charset="0"/>
              </a:rPr>
              <a:t>행정보급관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hangingPunct="1"/>
            <a:r>
              <a:rPr sz="1050">
                <a:latin typeface="나눔고딕 ExtraBold" charset="0"/>
                <a:ea typeface="나눔고딕 ExtraBold" charset="0"/>
              </a:rPr>
              <a:t>상사 </a:t>
            </a:r>
            <a:r>
              <a:rPr lang="ko-KR" sz="1400">
                <a:latin typeface="나눔고딕 ExtraBold" charset="0"/>
                <a:ea typeface="나눔고딕 ExtraBold" charset="0"/>
              </a:rPr>
              <a:t>박재수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15" name="도형 1"/>
          <p:cNvCxnSpPr/>
          <p:nvPr/>
        </p:nvCxnSpPr>
        <p:spPr>
          <a:xfrm rot="0" flipH="1">
            <a:off x="6609080" y="655320"/>
            <a:ext cx="3498215" cy="19050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도형 3"/>
          <p:cNvSpPr>
            <a:spLocks/>
          </p:cNvSpPr>
          <p:nvPr/>
        </p:nvSpPr>
        <p:spPr>
          <a:xfrm rot="0">
            <a:off x="10044430" y="1408430"/>
            <a:ext cx="1017270" cy="5092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7대</a:t>
            </a:r>
            <a:r>
              <a:rPr sz="1050">
                <a:latin typeface="나눔고딕 ExtraBold" charset="0"/>
                <a:ea typeface="나눔고딕 ExtraBold" charset="0"/>
              </a:rPr>
              <a:t>대 대대장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중령 </a:t>
            </a:r>
            <a:r>
              <a:rPr lang="ko-KR" sz="1400">
                <a:latin typeface="나눔고딕 ExtraBold" charset="0"/>
                <a:ea typeface="나눔고딕 ExtraBold" charset="0"/>
              </a:rPr>
              <a:t>남중범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sp>
        <p:nvSpPr>
          <p:cNvPr id="19" name="도형 5"/>
          <p:cNvSpPr>
            <a:spLocks/>
          </p:cNvSpPr>
          <p:nvPr/>
        </p:nvSpPr>
        <p:spPr>
          <a:xfrm>
            <a:off x="11025505" y="1400175"/>
            <a:ext cx="1017905" cy="50990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75연대 연대장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대령 </a:t>
            </a:r>
            <a:r>
              <a:rPr lang="ko-KR" sz="1400">
                <a:latin typeface="나눔고딕 ExtraBold" charset="0"/>
                <a:ea typeface="나눔고딕 ExtraBold" charset="0"/>
              </a:rPr>
              <a:t>김재록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pic>
        <p:nvPicPr>
          <p:cNvPr id="21" name="그림 7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38245" y="220345"/>
            <a:ext cx="1035050" cy="1237615"/>
          </a:xfrm>
          <a:prstGeom prst="rect"/>
          <a:noFill/>
        </p:spPr>
      </p:pic>
      <p:sp>
        <p:nvSpPr>
          <p:cNvPr id="22" name="도형 8"/>
          <p:cNvSpPr>
            <a:spLocks/>
          </p:cNvSpPr>
          <p:nvPr/>
        </p:nvSpPr>
        <p:spPr>
          <a:xfrm rot="0">
            <a:off x="3743325" y="1408430"/>
            <a:ext cx="1049020" cy="5092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95사단</a:t>
            </a:r>
            <a:r>
              <a:rPr sz="1050">
                <a:latin typeface="나눔고딕 ExtraBold" charset="0"/>
                <a:ea typeface="나눔고딕 ExtraBold" charset="0"/>
              </a:rPr>
              <a:t> 사단장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소장 </a:t>
            </a:r>
            <a:r>
              <a:rPr lang="ko-KR" sz="1400">
                <a:latin typeface="나눔고딕 ExtraBold" charset="0"/>
                <a:ea typeface="나눔고딕 ExtraBold" charset="0"/>
              </a:rPr>
              <a:t>박춘규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cxnSp>
        <p:nvCxnSpPr>
          <p:cNvPr id="23" name="도형 9"/>
          <p:cNvCxnSpPr/>
          <p:nvPr/>
        </p:nvCxnSpPr>
        <p:spPr>
          <a:xfrm rot="0" flipH="1" flipV="1">
            <a:off x="3395980" y="2606675"/>
            <a:ext cx="2719070" cy="6350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10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2553335" y="1029970"/>
            <a:ext cx="1003300" cy="1243965"/>
          </a:xfrm>
          <a:prstGeom prst="rect"/>
          <a:noFill/>
        </p:spPr>
      </p:pic>
      <p:sp>
        <p:nvSpPr>
          <p:cNvPr id="25" name="도형 11"/>
          <p:cNvSpPr>
            <a:spLocks/>
          </p:cNvSpPr>
          <p:nvPr/>
        </p:nvSpPr>
        <p:spPr>
          <a:xfrm rot="0">
            <a:off x="2558415" y="2277745"/>
            <a:ext cx="1017270" cy="5092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2</a:t>
            </a:r>
            <a:r>
              <a:rPr sz="1050">
                <a:latin typeface="나눔고딕 ExtraBold" charset="0"/>
                <a:ea typeface="나눔고딕 ExtraBold" charset="0"/>
              </a:rPr>
              <a:t>중대 소대장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소위 </a:t>
            </a:r>
            <a:r>
              <a:rPr lang="ko-KR" sz="1400">
                <a:latin typeface="나눔고딕 ExtraBold" charset="0"/>
                <a:ea typeface="나눔고딕 ExtraBold" charset="0"/>
              </a:rPr>
              <a:t>오석진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sp>
        <p:nvSpPr>
          <p:cNvPr id="27" name="도형 13"/>
          <p:cNvSpPr>
            <a:spLocks/>
          </p:cNvSpPr>
          <p:nvPr/>
        </p:nvSpPr>
        <p:spPr>
          <a:xfrm rot="0">
            <a:off x="10527665" y="3628390"/>
            <a:ext cx="1018540" cy="51054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당직사관(말년)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상사 </a:t>
            </a:r>
            <a:r>
              <a:rPr lang="ko-KR" sz="1400">
                <a:latin typeface="나눔고딕 ExtraBold" charset="0"/>
                <a:ea typeface="나눔고딕 ExtraBold" charset="0"/>
              </a:rPr>
              <a:t>최종훈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pic>
        <p:nvPicPr>
          <p:cNvPr id="30" name="그림 17" descr="C:/Users/사천중학교/AppData/Roaming/PolarisOffice9/ETemp/9680_17759032/fImage110886555724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0509250" y="2363470"/>
            <a:ext cx="1031240" cy="1273810"/>
          </a:xfrm>
          <a:prstGeom prst="rect"/>
          <a:noFill/>
        </p:spPr>
      </p:pic>
      <p:pic>
        <p:nvPicPr>
          <p:cNvPr id="31" name="그림 1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581785" y="1042035"/>
            <a:ext cx="972185" cy="1244600"/>
          </a:xfrm>
          <a:prstGeom prst="rect"/>
          <a:noFill/>
        </p:spPr>
      </p:pic>
      <p:sp>
        <p:nvSpPr>
          <p:cNvPr id="32" name="도형 19"/>
          <p:cNvSpPr>
            <a:spLocks/>
          </p:cNvSpPr>
          <p:nvPr/>
        </p:nvSpPr>
        <p:spPr>
          <a:xfrm rot="0">
            <a:off x="1560830" y="2282190"/>
            <a:ext cx="1017270" cy="509270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부소대장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중사 </a:t>
            </a:r>
            <a:r>
              <a:rPr lang="ko-KR" sz="1400">
                <a:latin typeface="나눔고딕 ExtraBold" charset="0"/>
                <a:ea typeface="나눔고딕 ExtraBold" charset="0"/>
              </a:rPr>
              <a:t>임성민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pic>
        <p:nvPicPr>
          <p:cNvPr id="33" name="그림 20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5950" y="1033780"/>
            <a:ext cx="988695" cy="1252855"/>
          </a:xfrm>
          <a:prstGeom prst="rect"/>
          <a:noFill/>
        </p:spPr>
      </p:pic>
      <p:sp>
        <p:nvSpPr>
          <p:cNvPr id="34" name="도형 21"/>
          <p:cNvSpPr>
            <a:spLocks/>
          </p:cNvSpPr>
          <p:nvPr/>
        </p:nvSpPr>
        <p:spPr>
          <a:xfrm>
            <a:off x="603250" y="2287270"/>
            <a:ext cx="1017905" cy="50990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위병대장</a:t>
            </a:r>
            <a:endParaRPr lang="ko-KR" altLang="en-US" sz="105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050">
                <a:latin typeface="나눔고딕 ExtraBold" charset="0"/>
                <a:ea typeface="나눔고딕 ExtraBold" charset="0"/>
              </a:rPr>
              <a:t>하사 </a:t>
            </a:r>
            <a:r>
              <a:rPr lang="ko-KR" sz="1400">
                <a:latin typeface="나눔고딕 ExtraBold" charset="0"/>
                <a:ea typeface="나눔고딕 ExtraBold" charset="0"/>
              </a:rPr>
              <a:t>이승훈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cxnSp>
        <p:nvCxnSpPr>
          <p:cNvPr id="35" name="도형 22"/>
          <p:cNvCxnSpPr/>
          <p:nvPr/>
        </p:nvCxnSpPr>
        <p:spPr>
          <a:xfrm rot="0" flipH="1">
            <a:off x="882650" y="2919730"/>
            <a:ext cx="6985" cy="209550"/>
          </a:xfrm>
          <a:prstGeom prst="line"/>
          <a:ln w="19050" cap="flat" cmpd="sng">
            <a:prstDash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그림 24" descr="C:/Users/사천중학교/AppData/Roaming/PolarisOffice9/ETemp/9680_17759032/fImage50293636962.png"/>
          <p:cNvPicPr>
            <a:picLocks noChangeAspect="1"/>
          </p:cNvPicPr>
          <p:nvPr/>
        </p:nvPicPr>
        <p:blipFill rotWithShape="1"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9854565" y="4464050"/>
            <a:ext cx="2004060" cy="2247265"/>
          </a:xfrm>
          <a:prstGeom prst="rect"/>
          <a:noFill/>
        </p:spPr>
      </p:pic>
      <p:sp>
        <p:nvSpPr>
          <p:cNvPr id="37" name="텍스트 상자 25"/>
          <p:cNvSpPr txBox="1">
            <a:spLocks/>
          </p:cNvSpPr>
          <p:nvPr/>
        </p:nvSpPr>
        <p:spPr>
          <a:xfrm rot="0">
            <a:off x="-104775" y="160655"/>
            <a:ext cx="3931285" cy="64706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ctr" latinLnBrk="0" hangingPunct="1">
              <a:buFontTx/>
              <a:buNone/>
            </a:pPr>
            <a:r>
              <a:rPr lang="ko-KR" sz="1800">
                <a:latin typeface="나눔고딕 ExtraBold" charset="0"/>
                <a:ea typeface="나눔고딕 ExtraBold" charset="0"/>
              </a:rPr>
              <a:t>신화부대</a:t>
            </a:r>
            <a:endParaRPr lang="ko-KR" altLang="en-US" sz="18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800">
                <a:latin typeface="나눔고딕 ExtraBold" charset="0"/>
                <a:ea typeface="나눔고딕 ExtraBold" charset="0"/>
              </a:rPr>
              <a:t>경기도 과천시 원문동 영춘리 5341</a:t>
            </a:r>
            <a:endParaRPr lang="ko-KR" altLang="en-US" sz="1800">
              <a:latin typeface="나눔고딕 ExtraBold" charset="0"/>
              <a:ea typeface="나눔고딕 ExtraBold" charset="0"/>
            </a:endParaRPr>
          </a:p>
        </p:txBody>
      </p:sp>
      <p:sp>
        <p:nvSpPr>
          <p:cNvPr id="38" name="도형 26"/>
          <p:cNvSpPr>
            <a:spLocks/>
          </p:cNvSpPr>
          <p:nvPr/>
        </p:nvSpPr>
        <p:spPr>
          <a:xfrm rot="0">
            <a:off x="307340" y="3074670"/>
            <a:ext cx="1137285" cy="255270"/>
          </a:xfrm>
          <a:prstGeom prst="rect"/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lang="ko-KR" sz="1800">
                <a:solidFill>
                  <a:schemeClr val="tx1"/>
                </a:solidFill>
                <a:latin typeface="나눔고딕 ExtraBold" charset="0"/>
                <a:ea typeface="나눔고딕 ExtraBold" charset="0"/>
              </a:rPr>
              <a:t>1생할관</a:t>
            </a:r>
            <a:endParaRPr lang="ko-KR" altLang="en-US" sz="1800">
              <a:solidFill>
                <a:schemeClr val="tx1"/>
              </a:solidFill>
              <a:latin typeface="나눔고딕 ExtraBold" charset="0"/>
              <a:ea typeface="나눔고딕 ExtraBold" charset="0"/>
            </a:endParaRPr>
          </a:p>
        </p:txBody>
      </p:sp>
      <p:sp>
        <p:nvSpPr>
          <p:cNvPr id="39" name="도형 27"/>
          <p:cNvSpPr>
            <a:spLocks/>
          </p:cNvSpPr>
          <p:nvPr/>
        </p:nvSpPr>
        <p:spPr>
          <a:xfrm>
            <a:off x="307975" y="3328670"/>
            <a:ext cx="1137920" cy="1499235"/>
          </a:xfrm>
          <a:prstGeom prst="rect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병장 최일구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상병 김상훈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일병 임다혜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일병 박민석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일병 차병호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sz="1400" strike="noStrike">
                <a:solidFill>
                  <a:schemeClr val="tx1"/>
                </a:solidFill>
                <a:latin typeface="나눔고딕 ExtraBold" charset="0"/>
                <a:ea typeface="나눔고딕 ExtraBold" charset="0"/>
              </a:rPr>
              <a:t>이병 장진수</a:t>
            </a:r>
            <a:endParaRPr lang="ko-KR" altLang="en-US" sz="1400" strike="noStrike">
              <a:solidFill>
                <a:schemeClr val="tx1"/>
              </a:solidFill>
              <a:latin typeface="나눔고딕 ExtraBold" charset="0"/>
              <a:ea typeface="나눔고딕 ExtraBold" charset="0"/>
            </a:endParaRPr>
          </a:p>
        </p:txBody>
      </p:sp>
      <p:grpSp>
        <p:nvGrpSpPr>
          <p:cNvPr id="43" name="그룹 33"/>
          <p:cNvGrpSpPr/>
          <p:nvPr/>
        </p:nvGrpSpPr>
        <p:grpSpPr>
          <a:xfrm>
            <a:off x="1553845" y="2895600"/>
            <a:ext cx="1213485" cy="1917065"/>
            <a:chOff x="1553845" y="2895600"/>
            <a:chExt cx="1213485" cy="1917065"/>
          </a:xfrm>
        </p:grpSpPr>
        <p:sp>
          <p:nvSpPr>
            <p:cNvPr id="42" name="도형 32"/>
            <p:cNvSpPr>
              <a:spLocks/>
            </p:cNvSpPr>
            <p:nvPr/>
          </p:nvSpPr>
          <p:spPr>
            <a:xfrm rot="0">
              <a:off x="1554480" y="3307715"/>
              <a:ext cx="1214120" cy="1506220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조여래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최효수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유보선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강성훈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신진규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sz="1400">
                  <a:latin typeface="나눔고딕 ExtraBold" charset="0"/>
                  <a:ea typeface="나눔고딕 ExtraBold" charset="0"/>
                </a:rPr>
                <a:t>이병 추민호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41" name="도형 31"/>
            <p:cNvSpPr>
              <a:spLocks/>
            </p:cNvSpPr>
            <p:nvPr/>
          </p:nvSpPr>
          <p:spPr>
            <a:xfrm rot="0">
              <a:off x="1553845" y="3051810"/>
              <a:ext cx="1214120" cy="256540"/>
            </a:xfrm>
            <a:prstGeom prst="rect"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2생할관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40" name="도형 30"/>
            <p:cNvCxnSpPr/>
            <p:nvPr/>
          </p:nvCxnSpPr>
          <p:spPr>
            <a:xfrm rot="0" flipH="1">
              <a:off x="2195830" y="2895600"/>
              <a:ext cx="7620" cy="21209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그룹 37"/>
          <p:cNvGrpSpPr/>
          <p:nvPr/>
        </p:nvGrpSpPr>
        <p:grpSpPr>
          <a:xfrm rot="0">
            <a:off x="2922905" y="2900680"/>
            <a:ext cx="1213485" cy="1917065"/>
            <a:chOff x="2922905" y="2900680"/>
            <a:chExt cx="1213485" cy="1917065"/>
          </a:xfrm>
        </p:grpSpPr>
        <p:sp>
          <p:nvSpPr>
            <p:cNvPr id="45" name="도형 34"/>
            <p:cNvSpPr>
              <a:spLocks/>
            </p:cNvSpPr>
            <p:nvPr/>
          </p:nvSpPr>
          <p:spPr>
            <a:xfrm rot="0">
              <a:off x="2923540" y="3312795"/>
              <a:ext cx="1212850" cy="1504950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r>
                <a:rPr lang="ko-KR" sz="1400">
                  <a:latin typeface="나눔고딕 ExtraBold" charset="0"/>
                  <a:ea typeface="나눔고딕 ExtraBold" charset="0"/>
                </a:rPr>
                <a:t>상병 김경태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hangingPunct="1"/>
              <a:r>
                <a:rPr lang="ko-KR" sz="1400">
                  <a:latin typeface="나눔고딕 ExtraBold" charset="0"/>
                  <a:ea typeface="나눔고딕 ExtraBold" charset="0"/>
                </a:rPr>
                <a:t>상병 강찬석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hangingPunct="1"/>
              <a:r>
                <a:rPr lang="ko-KR" sz="1400">
                  <a:latin typeface="나눔고딕 ExtraBold" charset="0"/>
                  <a:ea typeface="나눔고딕 ExtraBold" charset="0"/>
                </a:rPr>
                <a:t>상병 최병남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hangingPunct="1"/>
              <a:r>
                <a:rPr lang="ko-KR" sz="1400">
                  <a:latin typeface="나눔고딕 ExtraBold" charset="0"/>
                  <a:ea typeface="나눔고딕 ExtraBold" charset="0"/>
                </a:rPr>
                <a:t>일병 김동우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hangingPunct="1"/>
              <a:r>
                <a:rPr lang="ko-KR" sz="1400">
                  <a:latin typeface="나눔고딕 ExtraBold" charset="0"/>
                  <a:ea typeface="나눔고딕 ExtraBold" charset="0"/>
                </a:rPr>
                <a:t>일병 지정민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hangingPunct="1"/>
              <a:r>
                <a:rPr sz="14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일병 윤태영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46" name="도형 35"/>
            <p:cNvSpPr>
              <a:spLocks/>
            </p:cNvSpPr>
            <p:nvPr/>
          </p:nvSpPr>
          <p:spPr>
            <a:xfrm rot="0">
              <a:off x="2922905" y="3056890"/>
              <a:ext cx="1212850" cy="255270"/>
            </a:xfrm>
            <a:prstGeom prst="rect"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vert="horz" anchor="ctr">
              <a:noAutofit/>
            </a:bodyPr>
            <a:lstStyle/>
            <a:p>
              <a:pPr marL="0" indent="0" algn="ctr" hangingPunct="1"/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3</a:t>
              </a: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47" name="도형 36"/>
            <p:cNvCxnSpPr/>
            <p:nvPr/>
          </p:nvCxnSpPr>
          <p:spPr>
            <a:xfrm rot="0" flipH="1">
              <a:off x="3564890" y="2900680"/>
              <a:ext cx="6350" cy="21082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그룹 43"/>
          <p:cNvGrpSpPr/>
          <p:nvPr/>
        </p:nvGrpSpPr>
        <p:grpSpPr>
          <a:xfrm>
            <a:off x="4263390" y="2899410"/>
            <a:ext cx="1213485" cy="1922145"/>
            <a:chOff x="4263390" y="2899410"/>
            <a:chExt cx="1213485" cy="1922145"/>
          </a:xfrm>
        </p:grpSpPr>
        <p:sp>
          <p:nvSpPr>
            <p:cNvPr id="49" name="도형 40"/>
            <p:cNvSpPr>
              <a:spLocks/>
            </p:cNvSpPr>
            <p:nvPr/>
          </p:nvSpPr>
          <p:spPr>
            <a:xfrm rot="0">
              <a:off x="4264025" y="3312795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허윤재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차종욱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허재창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윤준영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sz="14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일병 이호재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최현성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50" name="도형 41"/>
            <p:cNvSpPr>
              <a:spLocks/>
            </p:cNvSpPr>
            <p:nvPr/>
          </p:nvSpPr>
          <p:spPr>
            <a:xfrm rot="0">
              <a:off x="4263390" y="3056890"/>
              <a:ext cx="1213485" cy="255905"/>
            </a:xfrm>
            <a:prstGeom prst="rect"/>
            <a:solidFill>
              <a:srgbClr val="7DCD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4생할관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51" name="도형 42"/>
            <p:cNvCxnSpPr/>
            <p:nvPr/>
          </p:nvCxnSpPr>
          <p:spPr>
            <a:xfrm rot="0" flipH="1">
              <a:off x="4905375" y="2899410"/>
              <a:ext cx="6985" cy="212725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2" name="그룹 48"/>
          <p:cNvGrpSpPr/>
          <p:nvPr/>
        </p:nvGrpSpPr>
        <p:grpSpPr>
          <a:xfrm>
            <a:off x="5578475" y="2887345"/>
            <a:ext cx="1213485" cy="1939290"/>
            <a:chOff x="5578475" y="2887345"/>
            <a:chExt cx="1213485" cy="1939290"/>
          </a:xfrm>
        </p:grpSpPr>
        <p:sp>
          <p:nvSpPr>
            <p:cNvPr id="53" name="도형 45"/>
            <p:cNvSpPr>
              <a:spLocks/>
            </p:cNvSpPr>
            <p:nvPr/>
          </p:nvSpPr>
          <p:spPr>
            <a:xfrm rot="0">
              <a:off x="5579110" y="3317875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박성훈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윤태희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김태오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조승현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김만기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altLang="en-US" sz="14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이병 허영현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54" name="도형 46"/>
            <p:cNvSpPr>
              <a:spLocks/>
            </p:cNvSpPr>
            <p:nvPr/>
          </p:nvSpPr>
          <p:spPr>
            <a:xfrm rot="0">
              <a:off x="5578475" y="3061970"/>
              <a:ext cx="1213485" cy="255905"/>
            </a:xfrm>
            <a:prstGeom prst="rect"/>
            <a:solidFill>
              <a:schemeClr val="accent5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5생할관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55" name="도형 47"/>
            <p:cNvCxnSpPr/>
            <p:nvPr/>
          </p:nvCxnSpPr>
          <p:spPr>
            <a:xfrm rot="0" flipH="1">
              <a:off x="6220460" y="2887345"/>
              <a:ext cx="10160" cy="22987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7"/>
          <p:cNvGrpSpPr/>
          <p:nvPr/>
        </p:nvGrpSpPr>
        <p:grpSpPr>
          <a:xfrm>
            <a:off x="7053580" y="2887345"/>
            <a:ext cx="1213485" cy="1944370"/>
            <a:chOff x="7053580" y="2887345"/>
            <a:chExt cx="1213485" cy="1944370"/>
          </a:xfrm>
        </p:grpSpPr>
        <p:sp>
          <p:nvSpPr>
            <p:cNvPr id="57" name="도형 54"/>
            <p:cNvSpPr>
              <a:spLocks/>
            </p:cNvSpPr>
            <p:nvPr/>
          </p:nvSpPr>
          <p:spPr>
            <a:xfrm rot="0">
              <a:off x="7054215" y="3322955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안효철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홍영찬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이도균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김정한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정상민</a:t>
              </a:r>
              <a:endParaRPr lang="ko-KR" altLang="en-US">
                <a:latin typeface="맑은 고딕" charset="0"/>
                <a:ea typeface="맑은 고딕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이병 백수종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58" name="도형 55"/>
            <p:cNvSpPr>
              <a:spLocks/>
            </p:cNvSpPr>
            <p:nvPr/>
          </p:nvSpPr>
          <p:spPr>
            <a:xfrm rot="0">
              <a:off x="7053580" y="3067050"/>
              <a:ext cx="1213485" cy="255905"/>
            </a:xfrm>
            <a:prstGeom prst="rect"/>
            <a:solidFill>
              <a:srgbClr val="80007F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6생할관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59" name="도형 56"/>
            <p:cNvCxnSpPr/>
            <p:nvPr/>
          </p:nvCxnSpPr>
          <p:spPr>
            <a:xfrm rot="0" flipH="1">
              <a:off x="7695565" y="2887345"/>
              <a:ext cx="19050" cy="23495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그룹 8"/>
          <p:cNvGrpSpPr/>
          <p:nvPr/>
        </p:nvGrpSpPr>
        <p:grpSpPr>
          <a:xfrm rot="0">
            <a:off x="8382000" y="2900680"/>
            <a:ext cx="1214120" cy="1923415"/>
            <a:chOff x="8382000" y="2900680"/>
            <a:chExt cx="1214120" cy="1923415"/>
          </a:xfrm>
        </p:grpSpPr>
        <p:sp>
          <p:nvSpPr>
            <p:cNvPr id="62" name="도형 5"/>
            <p:cNvSpPr>
              <a:spLocks/>
            </p:cNvSpPr>
            <p:nvPr/>
          </p:nvSpPr>
          <p:spPr>
            <a:xfrm rot="0">
              <a:off x="8382635" y="3314700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노지훈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차    훈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박준영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김경덕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정선호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sz="1400">
                  <a:latin typeface="나눔고딕 ExtraBold" charset="0"/>
                  <a:ea typeface="나눔고딕 ExtraBold" charset="0"/>
                </a:rPr>
                <a:t>이병 김한성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63" name="도형 6"/>
            <p:cNvSpPr>
              <a:spLocks/>
            </p:cNvSpPr>
            <p:nvPr/>
          </p:nvSpPr>
          <p:spPr>
            <a:xfrm rot="0">
              <a:off x="8382000" y="3058795"/>
              <a:ext cx="1213485" cy="255905"/>
            </a:xfrm>
            <a:prstGeom prst="rect"/>
            <a:solidFill>
              <a:srgbClr val="E80074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7생할관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64" name="도형 7"/>
            <p:cNvCxnSpPr/>
            <p:nvPr/>
          </p:nvCxnSpPr>
          <p:spPr>
            <a:xfrm rot="0">
              <a:off x="9023985" y="2900680"/>
              <a:ext cx="635" cy="21336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5" name="텍스트 상자 13"/>
          <p:cNvSpPr txBox="1">
            <a:spLocks/>
          </p:cNvSpPr>
          <p:nvPr/>
        </p:nvSpPr>
        <p:spPr>
          <a:xfrm rot="0">
            <a:off x="7285355" y="27305"/>
            <a:ext cx="177863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ctr" hangingPunct="1"/>
            <a:r>
              <a:rPr sz="1800">
                <a:latin typeface="나눔고딕 ExtraBold" charset="0"/>
                <a:ea typeface="나눔고딕 ExtraBold" charset="0"/>
              </a:rPr>
              <a:t>(중대장지휘용)</a:t>
            </a:r>
            <a:endParaRPr lang="ko-KR" altLang="en-US" sz="1800">
              <a:latin typeface="나눔고딕 ExtraBold" charset="0"/>
              <a:ea typeface="나눔고딕 ExtraBold" charset="0"/>
            </a:endParaRPr>
          </a:p>
        </p:txBody>
      </p:sp>
      <p:cxnSp>
        <p:nvCxnSpPr>
          <p:cNvPr id="66" name="도형 15"/>
          <p:cNvCxnSpPr/>
          <p:nvPr/>
        </p:nvCxnSpPr>
        <p:spPr>
          <a:xfrm rot="0" flipH="1">
            <a:off x="6924675" y="2900680"/>
            <a:ext cx="13970" cy="2019300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도형 17"/>
          <p:cNvCxnSpPr/>
          <p:nvPr/>
        </p:nvCxnSpPr>
        <p:spPr>
          <a:xfrm rot="0" flipV="1">
            <a:off x="1355090" y="4932680"/>
            <a:ext cx="6800215" cy="7620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그룹 21"/>
          <p:cNvGrpSpPr/>
          <p:nvPr/>
        </p:nvGrpSpPr>
        <p:grpSpPr>
          <a:xfrm rot="0">
            <a:off x="714375" y="4924425"/>
            <a:ext cx="1214120" cy="1923415"/>
            <a:chOff x="714375" y="4924425"/>
            <a:chExt cx="1214120" cy="1923415"/>
          </a:xfrm>
        </p:grpSpPr>
        <p:sp>
          <p:nvSpPr>
            <p:cNvPr id="69" name="도형 18"/>
            <p:cNvSpPr>
              <a:spLocks/>
            </p:cNvSpPr>
            <p:nvPr/>
          </p:nvSpPr>
          <p:spPr>
            <a:xfrm rot="0">
              <a:off x="715010" y="5338445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김지혁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윤지호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노희정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장정빈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정희영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sz="1400">
                  <a:latin typeface="나눔고딕 ExtraBold" charset="0"/>
                  <a:ea typeface="나눔고딕 ExtraBold" charset="0"/>
                </a:rPr>
                <a:t>이병 변우성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70" name="도형 19"/>
            <p:cNvSpPr>
              <a:spLocks/>
            </p:cNvSpPr>
            <p:nvPr/>
          </p:nvSpPr>
          <p:spPr>
            <a:xfrm rot="0">
              <a:off x="714375" y="5082540"/>
              <a:ext cx="1213485" cy="255905"/>
            </a:xfrm>
            <a:prstGeom prst="rect"/>
            <a:solidFill>
              <a:srgbClr val="0099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8생할관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71" name="도형 20"/>
            <p:cNvCxnSpPr/>
            <p:nvPr/>
          </p:nvCxnSpPr>
          <p:spPr>
            <a:xfrm rot="0">
              <a:off x="1356360" y="4924425"/>
              <a:ext cx="635" cy="21336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그룹 27"/>
          <p:cNvGrpSpPr/>
          <p:nvPr/>
        </p:nvGrpSpPr>
        <p:grpSpPr>
          <a:xfrm rot="0">
            <a:off x="2056130" y="4929505"/>
            <a:ext cx="1214120" cy="1923415"/>
            <a:chOff x="2056130" y="4929505"/>
            <a:chExt cx="1214120" cy="1923415"/>
          </a:xfrm>
        </p:grpSpPr>
        <p:sp>
          <p:nvSpPr>
            <p:cNvPr id="73" name="도형 24"/>
            <p:cNvSpPr>
              <a:spLocks/>
            </p:cNvSpPr>
            <p:nvPr/>
          </p:nvSpPr>
          <p:spPr>
            <a:xfrm rot="0">
              <a:off x="2056765" y="5343525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윤현민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김지헌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정상현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하동식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윤신영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배예준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74" name="도형 25"/>
            <p:cNvSpPr>
              <a:spLocks/>
            </p:cNvSpPr>
            <p:nvPr/>
          </p:nvSpPr>
          <p:spPr>
            <a:xfrm rot="0">
              <a:off x="2056130" y="5087620"/>
              <a:ext cx="1213485" cy="255905"/>
            </a:xfrm>
            <a:prstGeom prst="rect"/>
            <a:solidFill>
              <a:srgbClr val="00808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9생할관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75" name="도형 26"/>
            <p:cNvCxnSpPr/>
            <p:nvPr/>
          </p:nvCxnSpPr>
          <p:spPr>
            <a:xfrm rot="0">
              <a:off x="2698115" y="4929505"/>
              <a:ext cx="635" cy="213360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6" name="그룹 32"/>
          <p:cNvGrpSpPr/>
          <p:nvPr/>
        </p:nvGrpSpPr>
        <p:grpSpPr>
          <a:xfrm rot="0">
            <a:off x="3437890" y="4906010"/>
            <a:ext cx="1214120" cy="1951990"/>
            <a:chOff x="3437890" y="4906010"/>
            <a:chExt cx="1214120" cy="1951990"/>
          </a:xfrm>
        </p:grpSpPr>
        <p:sp>
          <p:nvSpPr>
            <p:cNvPr id="77" name="도형 29"/>
            <p:cNvSpPr>
              <a:spLocks/>
            </p:cNvSpPr>
            <p:nvPr/>
          </p:nvSpPr>
          <p:spPr>
            <a:xfrm rot="0">
              <a:off x="3438525" y="5348605"/>
              <a:ext cx="1213485" cy="1509395"/>
            </a:xfrm>
            <a:prstGeom prst="rect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남오동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조익준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강민호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추민호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김민종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sz="1400">
                  <a:latin typeface="나눔고딕 ExtraBold" charset="0"/>
                  <a:ea typeface="나눔고딕 ExtraBold" charset="0"/>
                </a:rPr>
                <a:t>이병 백상혁</a:t>
              </a:r>
              <a:endParaRPr lang="ko-KR" altLang="en-US" sz="14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78" name="도형 30"/>
            <p:cNvSpPr>
              <a:spLocks/>
            </p:cNvSpPr>
            <p:nvPr/>
          </p:nvSpPr>
          <p:spPr>
            <a:xfrm rot="0">
              <a:off x="3437890" y="5092700"/>
              <a:ext cx="1213485" cy="255905"/>
            </a:xfrm>
            <a:prstGeom prst="rect"/>
            <a:solidFill>
              <a:srgbClr val="0611F2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10생할관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79" name="도형 31"/>
            <p:cNvCxnSpPr/>
            <p:nvPr/>
          </p:nvCxnSpPr>
          <p:spPr>
            <a:xfrm rot="0" flipH="1">
              <a:off x="4079875" y="4906010"/>
              <a:ext cx="11430" cy="241935"/>
            </a:xfrm>
            <a:prstGeom prst="line"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" name="그룹 37"/>
          <p:cNvGrpSpPr/>
          <p:nvPr/>
        </p:nvGrpSpPr>
        <p:grpSpPr>
          <a:xfrm rot="0">
            <a:off x="4775200" y="4906010"/>
            <a:ext cx="1214120" cy="1951990"/>
            <a:chOff x="4775200" y="4906010"/>
            <a:chExt cx="1214120" cy="1951990"/>
          </a:xfrm>
          <a:solidFill>
            <a:srgbClr val="4D009A"/>
          </a:solidFill>
        </p:grpSpPr>
        <p:sp>
          <p:nvSpPr>
            <p:cNvPr id="81" name="도형 34"/>
            <p:cNvSpPr>
              <a:spLocks/>
            </p:cNvSpPr>
            <p:nvPr/>
          </p:nvSpPr>
          <p:spPr>
            <a:xfrm rot="0">
              <a:off x="4775835" y="5348605"/>
              <a:ext cx="1213485" cy="1509395"/>
            </a:xfrm>
            <a:prstGeom prst="rect"/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정소망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송해숭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박형식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지현수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허규진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오현호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82" name="도형 35"/>
            <p:cNvSpPr>
              <a:spLocks/>
            </p:cNvSpPr>
            <p:nvPr/>
          </p:nvSpPr>
          <p:spPr>
            <a:xfrm rot="0">
              <a:off x="4775200" y="5092700"/>
              <a:ext cx="1213485" cy="255905"/>
            </a:xfrm>
            <a:prstGeom prst="rect"/>
            <a:solidFill>
              <a:srgbClr val="FC66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11생할관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83" name="도형 36"/>
            <p:cNvCxnSpPr/>
            <p:nvPr/>
          </p:nvCxnSpPr>
          <p:spPr>
            <a:xfrm rot="0">
              <a:off x="5400675" y="4906010"/>
              <a:ext cx="17145" cy="241935"/>
            </a:xfrm>
            <a:prstGeom prst="line"/>
            <a:grpFill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4" name="그룹 47"/>
          <p:cNvGrpSpPr/>
          <p:nvPr/>
        </p:nvGrpSpPr>
        <p:grpSpPr>
          <a:xfrm rot="0">
            <a:off x="6116955" y="4906010"/>
            <a:ext cx="1214120" cy="1957070"/>
            <a:chOff x="6116955" y="4906010"/>
            <a:chExt cx="1214120" cy="1957070"/>
          </a:xfrm>
          <a:solidFill>
            <a:srgbClr val="4D009A"/>
          </a:solidFill>
        </p:grpSpPr>
        <p:sp>
          <p:nvSpPr>
            <p:cNvPr id="85" name="도형 44"/>
            <p:cNvSpPr>
              <a:spLocks/>
            </p:cNvSpPr>
            <p:nvPr/>
          </p:nvSpPr>
          <p:spPr>
            <a:xfrm rot="0">
              <a:off x="6117590" y="5353685"/>
              <a:ext cx="1213485" cy="1509395"/>
            </a:xfrm>
            <a:prstGeom prst="rect"/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한찬희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조백운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김시훈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오석균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임준서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전경환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86" name="도형 45"/>
            <p:cNvSpPr>
              <a:spLocks/>
            </p:cNvSpPr>
            <p:nvPr/>
          </p:nvSpPr>
          <p:spPr>
            <a:xfrm rot="0">
              <a:off x="6116955" y="5097780"/>
              <a:ext cx="1213485" cy="255905"/>
            </a:xfrm>
            <a:prstGeom prst="rect"/>
            <a:solidFill>
              <a:schemeClr val="bg2">
                <a:lumMod val="75000"/>
                <a:lumOff val="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12생할관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87" name="도형 46"/>
            <p:cNvCxnSpPr/>
            <p:nvPr/>
          </p:nvCxnSpPr>
          <p:spPr>
            <a:xfrm rot="0" flipH="1">
              <a:off x="6758940" y="4906010"/>
              <a:ext cx="6350" cy="247015"/>
            </a:xfrm>
            <a:prstGeom prst="line"/>
            <a:grpFill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도형 53"/>
          <p:cNvSpPr>
            <a:spLocks/>
          </p:cNvSpPr>
          <p:nvPr/>
        </p:nvSpPr>
        <p:spPr>
          <a:xfrm rot="0">
            <a:off x="6117590" y="5353685"/>
            <a:ext cx="1213485" cy="1509395"/>
          </a:xfrm>
          <a:prstGeom prst="rect"/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병장 한찬희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상병 조백운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일병 김시훈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일병 오석균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이병 임준서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  <a:p>
            <a:pPr marL="0" indent="0" algn="ctr" latinLnBrk="0" hangingPunct="1">
              <a:buFontTx/>
              <a:buNone/>
            </a:pPr>
            <a:r>
              <a:rPr lang="ko-KR" sz="1400">
                <a:latin typeface="나눔고딕 ExtraBold" charset="0"/>
                <a:ea typeface="나눔고딕 ExtraBold" charset="0"/>
              </a:rPr>
              <a:t>이병 전경환</a:t>
            </a:r>
            <a:endParaRPr lang="ko-KR" altLang="en-US" sz="1400">
              <a:latin typeface="나눔고딕 ExtraBold" charset="0"/>
              <a:ea typeface="나눔고딕 ExtraBold" charset="0"/>
            </a:endParaRPr>
          </a:p>
        </p:txBody>
      </p:sp>
      <p:cxnSp>
        <p:nvCxnSpPr>
          <p:cNvPr id="89" name="도형 1"/>
          <p:cNvCxnSpPr>
            <a:stCxn id="14" idx="3"/>
            <a:endCxn id="30" idx="1"/>
          </p:cNvCxnSpPr>
          <p:nvPr/>
        </p:nvCxnSpPr>
        <p:spPr>
          <a:xfrm rot="0">
            <a:off x="9975215" y="2462530"/>
            <a:ext cx="534670" cy="537845"/>
          </a:xfrm>
          <a:prstGeom prst="line"/>
          <a:ln w="635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그림 4" descr="C:/Users/사천중학교/AppData/Roaming/PolarisOffice9/ETemp/9680_17759032/fImage2837451138467.png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955790" y="1029335"/>
            <a:ext cx="1012825" cy="1177290"/>
          </a:xfrm>
          <a:prstGeom prst="rect"/>
          <a:noFill/>
        </p:spPr>
      </p:pic>
      <p:pic>
        <p:nvPicPr>
          <p:cNvPr id="92" name="그림 5" descr="C:/Users/사천중학교/AppData/Roaming/PolarisOffice9/ETemp/9680_17759032/fImage3869101146334.png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022330" y="212090"/>
            <a:ext cx="1010285" cy="1192530"/>
          </a:xfrm>
          <a:prstGeom prst="rect"/>
          <a:noFill/>
        </p:spPr>
      </p:pic>
      <p:grpSp>
        <p:nvGrpSpPr>
          <p:cNvPr id="93" name="그룹 9"/>
          <p:cNvGrpSpPr/>
          <p:nvPr/>
        </p:nvGrpSpPr>
        <p:grpSpPr>
          <a:xfrm rot="0">
            <a:off x="7475220" y="4897120"/>
            <a:ext cx="1214755" cy="1957705"/>
            <a:chOff x="7475220" y="4897120"/>
            <a:chExt cx="1214755" cy="1957705"/>
          </a:xfrm>
          <a:solidFill>
            <a:srgbClr val="4D009A"/>
          </a:solidFill>
        </p:grpSpPr>
        <p:sp>
          <p:nvSpPr>
            <p:cNvPr id="94" name="도형 6"/>
            <p:cNvSpPr>
              <a:spLocks/>
            </p:cNvSpPr>
            <p:nvPr/>
          </p:nvSpPr>
          <p:spPr>
            <a:xfrm rot="0">
              <a:off x="7475855" y="5344795"/>
              <a:ext cx="1214120" cy="1510030"/>
            </a:xfrm>
            <a:prstGeom prst="rect"/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병장 최갑영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상병 서윤철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강민찬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신남식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일병 임형규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  <a:p>
              <a:pPr marL="0" indent="0" algn="ctr" latinLnBrk="0" hangingPunct="1">
                <a:buFontTx/>
                <a:buNone/>
              </a:pPr>
              <a:r>
                <a:rPr lang="ko-KR" sz="1400">
                  <a:latin typeface="나눔고딕 ExtraBold" charset="0"/>
                  <a:ea typeface="나눔고딕 ExtraBold" charset="0"/>
                </a:rPr>
                <a:t>이병 조동현</a:t>
              </a:r>
              <a:endParaRPr lang="ko-KR" altLang="en-US" sz="1400">
                <a:latin typeface="나눔고딕 ExtraBold" charset="0"/>
                <a:ea typeface="나눔고딕 ExtraBold" charset="0"/>
              </a:endParaRPr>
            </a:p>
          </p:txBody>
        </p:sp>
        <p:sp>
          <p:nvSpPr>
            <p:cNvPr id="95" name="도형 7"/>
            <p:cNvSpPr>
              <a:spLocks/>
            </p:cNvSpPr>
            <p:nvPr/>
          </p:nvSpPr>
          <p:spPr>
            <a:xfrm rot="0">
              <a:off x="7475220" y="5088890"/>
              <a:ext cx="1214120" cy="256540"/>
            </a:xfrm>
            <a:prstGeom prst="rect"/>
            <a:solidFill>
              <a:srgbClr val="C066FF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lIns="91440" tIns="45720" rIns="91440" bIns="45720" numCol="1" vert="horz" anchor="ctr">
              <a:noAutofit/>
            </a:bodyPr>
            <a:lstStyle/>
            <a:p>
              <a:pPr marL="0" indent="0" algn="ctr" latinLnBrk="0" hangingPunct="1">
                <a:buFontTx/>
                <a:buNone/>
              </a:pPr>
              <a:r>
                <a:rPr lang="ko-KR" sz="1800">
                  <a:solidFill>
                    <a:schemeClr val="tx1"/>
                  </a:solidFill>
                  <a:latin typeface="나눔고딕 ExtraBold" charset="0"/>
                  <a:ea typeface="나눔고딕 ExtraBold" charset="0"/>
                </a:rPr>
                <a:t>13생할관</a:t>
              </a:r>
              <a:endParaRPr lang="ko-KR" altLang="en-US" sz="1800">
                <a:solidFill>
                  <a:schemeClr val="tx1"/>
                </a:solidFill>
                <a:latin typeface="나눔고딕 ExtraBold" charset="0"/>
                <a:ea typeface="나눔고딕 ExtraBold" charset="0"/>
              </a:endParaRPr>
            </a:p>
          </p:txBody>
        </p:sp>
        <p:cxnSp>
          <p:nvCxnSpPr>
            <p:cNvPr id="96" name="도형 8"/>
            <p:cNvCxnSpPr/>
            <p:nvPr/>
          </p:nvCxnSpPr>
          <p:spPr>
            <a:xfrm rot="0" flipH="1">
              <a:off x="8117205" y="4897120"/>
              <a:ext cx="6985" cy="247650"/>
            </a:xfrm>
            <a:prstGeom prst="line"/>
            <a:grpFill/>
            <a:ln w="19050" cap="flat" cmpd="sng">
              <a:prstDash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사천중학교</dc:creator>
  <cp:lastModifiedBy>사천중학교</cp:lastModifiedBy>
  <dc:title>PowerPoint 프레젠테이션</dc:title>
  <cp:version>9.114.114.46914</cp:version>
</cp:coreProperties>
</file>