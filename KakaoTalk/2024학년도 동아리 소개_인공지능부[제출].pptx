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1" r:id="rId1"/>
  </p:sldMasterIdLst>
  <p:notesMasterIdLst>
    <p:notesMasterId r:id="rId2"/>
  </p:notesMasterIdLst>
  <p:sldIdLst>
    <p:sldId id="256" r:id="rId3"/>
    <p:sldId id="257" r:id="rId4"/>
  </p:sldIdLst>
  <p:sldSz cx="51206400" cy="25603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 snapToObjects="1">
      <p:cViewPr varScale="1">
        <p:scale>
          <a:sx n="100" d="100"/>
          <a:sy n="100" d="100"/>
        </p:scale>
        <p:origin x="48" y="564"/>
      </p:cViewPr>
      <p:guideLst>
        <p:guide orient="horz" pos="8062"/>
        <p:guide pos="161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6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314450"/>
            <a:ext cx="5487035" cy="2743835"/>
          </a:xfrm>
          <a:prstGeom prst="rect">
            <a:avLst/>
          </a:prstGeom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76200" tIns="76200" rIns="76200" bIns="76200" anchor="t">
            <a:noAutofit/>
          </a:bodyPr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0" name="Text Placeholder 7"/>
          <p:cNvSpPr txBox="1">
            <a:spLocks noGrp="1"/>
          </p:cNvSpPr>
          <p:nvPr>
            <p:ph type="body" idx="0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  <a:noFill/>
        </p:spPr>
        <p:txBody>
          <a:bodyPr vert="horz" wrap="square" lIns="76200" tIns="76200" rIns="76200" bIns="76200" anchor="t">
            <a:noAutofit/>
          </a:bodyPr>
          <a:lstStyle/>
          <a:p>
            <a:pPr marL="0" indent="0" algn="l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sz="1800">
                <a:latin typeface="NanumGothic"/>
                <a:ea typeface="NanumGothic"/>
              </a:rPr>
              <a:t>Click to edit Master text styles.</a:t>
            </a:r>
            <a:endParaRPr sz="1800">
              <a:latin typeface="NanumGothic"/>
              <a:ea typeface="NanumGothic"/>
            </a:endParaRPr>
          </a:p>
          <a:p>
            <a:pPr marL="0" lvl="1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/>
              <a:t>Second level</a:t>
            </a:r>
            <a:endParaRPr/>
          </a:p>
          <a:p>
            <a:pPr marL="0" lvl="2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/>
              <a:t>Third level</a:t>
            </a:r>
            <a:endParaRPr/>
          </a:p>
          <a:p>
            <a:pPr marL="0" lvl="3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/>
              <a:t>Fourth level</a:t>
            </a:r>
            <a:endParaRPr/>
          </a:p>
          <a:p>
            <a:pPr marL="0" lvl="4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/>
              <a:t>Fifth level</a:t>
            </a:r>
            <a:endParaRPr lang="ko-KR" altLang="en-US"/>
          </a:p>
        </p:txBody>
      </p:sp>
      <p:sp>
        <p:nvSpPr>
          <p:cNvPr id="31" name="Header Placeholder 8"/>
          <p:cNvSpPr txBox="1">
            <a:spLocks noGrp="1"/>
          </p:cNvSpPr>
          <p:nvPr>
            <p:ph type="hdr" idx="0"/>
          </p:nvPr>
        </p:nvSpPr>
        <p:spPr>
          <a:xfrm>
            <a:off x="0" y="0"/>
            <a:ext cx="2972435" cy="459740"/>
          </a:xfrm>
          <a:prstGeom prst="rect">
            <a:avLst/>
          </a:prstGeom>
          <a:noFill/>
        </p:spPr>
        <p:txBody>
          <a:bodyPr vert="horz" wrap="square" lIns="76200" tIns="76200" rIns="76200" bIns="7620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200"/>
            </a:lvl1pPr>
          </a:lstStyle>
          <a:p>
            <a:pPr marL="0" indent="0" algn="l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200">
                <a:latin typeface="NanumGothic"/>
                <a:ea typeface="NanumGothic"/>
              </a:rPr>
              <a:t/>
            </a:r>
            <a:endParaRPr lang="ko-KR" altLang="en-US" sz="1200">
              <a:latin typeface="NanumGothic"/>
              <a:ea typeface="NanumGothic"/>
            </a:endParaRPr>
          </a:p>
        </p:txBody>
      </p:sp>
      <p:sp>
        <p:nvSpPr>
          <p:cNvPr id="32" name="Footer Placeholder 9"/>
          <p:cNvSpPr txBox="1">
            <a:spLocks noGrp="1"/>
          </p:cNvSpPr>
          <p:nvPr>
            <p:ph type="ftr" idx="0"/>
          </p:nvPr>
        </p:nvSpPr>
        <p:spPr>
          <a:xfrm>
            <a:off x="0" y="8685530"/>
            <a:ext cx="2972435" cy="459105"/>
          </a:xfrm>
          <a:prstGeom prst="rect">
            <a:avLst/>
          </a:prstGeom>
          <a:noFill/>
        </p:spPr>
        <p:txBody>
          <a:bodyPr vert="horz" wrap="square" lIns="76200" tIns="76200" rIns="76200" bIns="7620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200"/>
            </a:lvl1pPr>
          </a:lstStyle>
          <a:p>
            <a:pPr marL="0" indent="0" algn="l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1200">
                <a:latin typeface="NanumGothic"/>
                <a:ea typeface="NanumGothic"/>
              </a:rPr>
              <a:t/>
            </a:r>
            <a:endParaRPr lang="ko-KR" altLang="en-US" sz="1200">
              <a:latin typeface="NanumGothic"/>
              <a:ea typeface="NanumGothic"/>
            </a:endParaRPr>
          </a:p>
        </p:txBody>
      </p:sp>
      <p:sp>
        <p:nvSpPr>
          <p:cNvPr id="33" name="Date Placeholder 10"/>
          <p:cNvSpPr txBox="1">
            <a:spLocks noGrp="1"/>
          </p:cNvSpPr>
          <p:nvPr>
            <p:ph type="dt" idx="0"/>
          </p:nvPr>
        </p:nvSpPr>
        <p:spPr>
          <a:xfrm>
            <a:off x="3884930" y="0"/>
            <a:ext cx="2972435" cy="459740"/>
          </a:xfrm>
          <a:prstGeom prst="rect">
            <a:avLst/>
          </a:prstGeom>
          <a:noFill/>
        </p:spPr>
        <p:txBody>
          <a:bodyPr vert="horz" wrap="square" lIns="76200" tIns="76200" rIns="76200" bIns="7620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200"/>
            </a:lvl1pPr>
          </a:lstStyle>
          <a:p>
            <a:pPr marL="0" indent="0" algn="r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datetime1">
              <a:rPr lang="en-GB" altLang="en-US"/>
              <a:pPr marL="0" indent="0" algn="r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20/12/2024</a:t>
            </a:fld>
            <a:endParaRPr lang="ko-KR" altLang="en-US" sz="1200">
              <a:latin typeface="NanumGothic"/>
              <a:ea typeface="NanumGothic"/>
            </a:endParaRPr>
          </a:p>
        </p:txBody>
      </p:sp>
      <p:sp>
        <p:nvSpPr>
          <p:cNvPr id="34" name="Slide Number Placeholder 11"/>
          <p:cNvSpPr txBox="1">
            <a:spLocks noGrp="1"/>
          </p:cNvSpPr>
          <p:nvPr>
            <p:ph type="sldNum" idx="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  <a:noFill/>
        </p:spPr>
        <p:txBody>
          <a:bodyPr vert="horz" wrap="square" lIns="76200" tIns="76200" rIns="76200" bIns="7620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200"/>
            </a:lvl1pPr>
          </a:lstStyle>
          <a:p>
            <a:pPr marL="0" indent="0" algn="l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sz="1200">
                <a:latin typeface="NanumGothic"/>
                <a:ea typeface="NanumGothic"/>
              </a:rPr>
              <a:pPr marL="0" indent="0" algn="l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</a:t>
            </a:fld>
            <a:endParaRPr lang="ko-KR" altLang="en-US" sz="1200">
              <a:latin typeface="NanumGothic"/>
              <a:ea typeface="NanumGothi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6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314450"/>
            <a:ext cx="5487035" cy="2743835"/>
          </a:xfrm>
          <a:prstGeom prst="rect">
            <a:avLst/>
          </a:prstGeom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vert="horz" wrap="square" lIns="76200" tIns="76200" rIns="76200" bIns="76200" anchor="t">
            <a:noAutofit/>
          </a:bodyPr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Placeholder 7"/>
          <p:cNvSpPr txBox="1">
            <a:spLocks noGrp="1"/>
          </p:cNvSpPr>
          <p:nvPr>
            <p:ph type="body" idx="0"/>
          </p:nvPr>
        </p:nvSpPr>
        <p:spPr>
          <a:xfrm>
            <a:off x="685800" y="4400550"/>
            <a:ext cx="5487035" cy="3601085"/>
          </a:xfrm>
          <a:prstGeom prst="rect">
            <a:avLst/>
          </a:prstGeom>
          <a:noFill/>
        </p:spPr>
        <p:txBody>
          <a:bodyPr vert="horz" wrap="square" lIns="76200" tIns="76200" rIns="76200" bIns="7620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/>
              <a:t>체험 활동</a:t>
            </a:r>
            <a:endParaRPr lang="ko-KR" altLang="en-US"/>
          </a:p>
        </p:txBody>
      </p:sp>
      <p:sp>
        <p:nvSpPr>
          <p:cNvPr id="4" name="Slide Number Placeholder 11"/>
          <p:cNvSpPr txBox="1">
            <a:spLocks noGrp="1"/>
          </p:cNvSpPr>
          <p:nvPr>
            <p:ph type="sldNum" idx="0"/>
          </p:nvPr>
        </p:nvSpPr>
        <p:spPr>
          <a:xfrm>
            <a:off x="3884930" y="8685530"/>
            <a:ext cx="2972435" cy="459105"/>
          </a:xfrm>
          <a:prstGeom prst="rect">
            <a:avLst/>
          </a:prstGeom>
          <a:noFill/>
        </p:spPr>
        <p:txBody>
          <a:bodyPr vert="horz" wrap="square" lIns="76200" tIns="76200" rIns="76200" bIns="7620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lang="en-GB" altLang="en-US" sz="1200"/>
            </a:lvl1pPr>
          </a:lstStyle>
          <a:p>
            <a:pPr marL="0" indent="0" algn="l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fld id="{B9320F77-B9A0-41C5-862A-B4B631284C64}" type="slidenum">
              <a:rPr lang="en-US" sz="1200">
                <a:latin typeface="NanumGothic"/>
                <a:ea typeface="NanumGothic"/>
              </a:rPr>
              <a:pPr marL="0" indent="0" algn="l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t>1</a:t>
            </a:fld>
            <a:endParaRPr lang="en-US" sz="1200">
              <a:latin typeface="NanumGothic"/>
              <a:ea typeface="Nanum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6.png"  /><Relationship Id="rId11" Type="http://schemas.openxmlformats.org/officeDocument/2006/relationships/image" Target="../media/image7.png"  /><Relationship Id="rId12" Type="http://schemas.openxmlformats.org/officeDocument/2006/relationships/image" Target="../media/image6.png"  /><Relationship Id="rId13" Type="http://schemas.openxmlformats.org/officeDocument/2006/relationships/image" Target="../media/image7.png"  /><Relationship Id="rId14" Type="http://schemas.openxmlformats.org/officeDocument/2006/relationships/image" Target="../media/image6.png"  /><Relationship Id="rId15" Type="http://schemas.openxmlformats.org/officeDocument/2006/relationships/image" Target="../media/image7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44800" y="0"/>
            <a:ext cx="45516800" cy="25603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02200" y="1587500"/>
            <a:ext cx="41389300" cy="22428200"/>
          </a:xfrm>
          <a:prstGeom prst="rect">
            <a:avLst/>
          </a:prstGeom>
          <a:effectLst>
            <a:outerShdw dist="582058" dir="5400000">
              <a:srgbClr val="664a28">
                <a:alpha val="10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950700" y="1066800"/>
            <a:ext cx="27736800" cy="420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4805600" y="1066800"/>
            <a:ext cx="1917700" cy="1917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756400" y="20688300"/>
            <a:ext cx="37947600" cy="1943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645400" y="8851900"/>
            <a:ext cx="8445500" cy="10502900"/>
          </a:xfrm>
          <a:prstGeom prst="rect">
            <a:avLst/>
          </a:prstGeom>
          <a:effectLst>
            <a:outerShdw dist="328873" dir="5400000">
              <a:srgbClr val="664a28">
                <a:alpha val="10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1188700" y="8280400"/>
            <a:ext cx="13589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6802100" y="8851900"/>
            <a:ext cx="8445500" cy="10502900"/>
          </a:xfrm>
          <a:prstGeom prst="rect">
            <a:avLst/>
          </a:prstGeom>
          <a:effectLst>
            <a:outerShdw dist="328873" dir="5400000">
              <a:srgbClr val="664a28">
                <a:alpha val="100000"/>
              </a:srgbClr>
            </a:outerShdw>
          </a:effectLst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20345400" y="8280400"/>
            <a:ext cx="1358900" cy="2146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25793700" y="9017000"/>
            <a:ext cx="8445500" cy="10502900"/>
          </a:xfrm>
          <a:prstGeom prst="rect">
            <a:avLst/>
          </a:prstGeom>
          <a:effectLst>
            <a:outerShdw dist="328873" dir="5400000">
              <a:srgbClr val="664a28">
                <a:alpha val="100000"/>
              </a:srgbClr>
            </a:outerShdw>
          </a:effectLst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29337000" y="8445500"/>
            <a:ext cx="1358900" cy="2146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35115500" y="8851900"/>
            <a:ext cx="8445500" cy="10502900"/>
          </a:xfrm>
          <a:prstGeom prst="rect">
            <a:avLst/>
          </a:prstGeom>
          <a:effectLst>
            <a:outerShdw dist="328873" dir="5400000">
              <a:srgbClr val="664a28">
                <a:alpha val="100000"/>
              </a:srgbClr>
            </a:outerShdw>
          </a:effectLst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38658800" y="8280400"/>
            <a:ext cx="1358900" cy="21463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8021320" y="11963400"/>
            <a:ext cx="7846060" cy="4816475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90">
                <a:solidFill>
                  <a:srgbClr val="664a28"/>
                </a:solidFill>
                <a:latin typeface="HY동녘B"/>
                <a:ea typeface="HY동녘B"/>
              </a:rPr>
              <a:t>미래 핵심 인재를</a:t>
            </a:r>
            <a:endParaRPr lang="ko-KR" sz="6800" b="0" i="0" strike="noStrike" spc="-19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90">
                <a:solidFill>
                  <a:srgbClr val="664a28"/>
                </a:solidFill>
                <a:latin typeface="HY동녘B"/>
                <a:ea typeface="HY동녘B"/>
              </a:rPr>
              <a:t>육성하기 위해</a:t>
            </a:r>
            <a:endParaRPr lang="ko-KR" sz="6800" b="0" i="0" strike="noStrike" spc="-19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90">
                <a:solidFill>
                  <a:srgbClr val="664a28"/>
                </a:solidFill>
                <a:latin typeface="HY동녘B"/>
                <a:ea typeface="HY동녘B"/>
              </a:rPr>
              <a:t>인공지능 분야의 </a:t>
            </a:r>
            <a:endParaRPr lang="ko-KR" sz="6800" b="0" i="0" strike="noStrike" spc="-19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90">
                <a:solidFill>
                  <a:srgbClr val="664a28"/>
                </a:solidFill>
                <a:latin typeface="HY동녘B"/>
                <a:ea typeface="HY동녘B"/>
              </a:rPr>
              <a:t>역량을 키우는</a:t>
            </a:r>
            <a:endParaRPr lang="ko-KR" sz="6800" b="0" i="0" strike="noStrike" spc="-19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90">
                <a:solidFill>
                  <a:srgbClr val="664a28"/>
                </a:solidFill>
                <a:latin typeface="HY동녘B"/>
                <a:ea typeface="HY동녘B"/>
              </a:rPr>
              <a:t>동아리</a:t>
            </a:r>
            <a:endParaRPr lang="ko-KR" altLang="en-US" sz="6800" b="0" i="0" strike="noStrike">
              <a:solidFill>
                <a:srgbClr val="664a28"/>
              </a:solidFill>
              <a:latin typeface="HY동녘B"/>
              <a:ea typeface="HY동녘B"/>
            </a:endParaRPr>
          </a:p>
        </p:txBody>
      </p:sp>
      <p:sp>
        <p:nvSpPr>
          <p:cNvPr id="26" name="Text Box 3"/>
          <p:cNvSpPr txBox="1"/>
          <p:nvPr/>
        </p:nvSpPr>
        <p:spPr>
          <a:xfrm>
            <a:off x="17101502" y="11963400"/>
            <a:ext cx="7846695" cy="481965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정보과학실</a:t>
            </a:r>
            <a:r>
              <a:rPr lang="en-US" altLang="ko-KR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,</a:t>
            </a:r>
            <a:r>
              <a:rPr lang="ko-KR" altLang="en-US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 </a:t>
            </a:r>
            <a:endParaRPr lang="ko-KR" altLang="en-US" sz="6800" b="0" i="0" strike="noStrike" spc="-18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D-lab실</a:t>
            </a:r>
            <a:r>
              <a:rPr lang="ko-KR" altLang="en-US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에서의 활동과</a:t>
            </a:r>
            <a:r>
              <a:rPr lang="ko-KR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 </a:t>
            </a:r>
            <a:endParaRPr lang="ko-KR" sz="6800" b="0" i="0" strike="noStrike" spc="-18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동아리의 장점</a:t>
            </a:r>
            <a:r>
              <a:rPr lang="en-US" altLang="ko-KR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,</a:t>
            </a:r>
            <a:r>
              <a:rPr lang="ko-KR" altLang="en-US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 </a:t>
            </a:r>
            <a:endParaRPr lang="ko-KR" altLang="en-US" sz="6800" b="0" i="0" strike="noStrike" spc="-18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활동방식</a:t>
            </a:r>
            <a:r>
              <a:rPr lang="ko-KR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을 소개</a:t>
            </a:r>
            <a:endParaRPr lang="ko-KR" sz="6800" b="0" i="0" strike="noStrike" spc="-180">
              <a:solidFill>
                <a:srgbClr val="664a28"/>
              </a:solidFill>
              <a:latin typeface="HY동녘B"/>
              <a:ea typeface="HY동녘B"/>
            </a:endParaRPr>
          </a:p>
        </p:txBody>
      </p:sp>
      <p:sp>
        <p:nvSpPr>
          <p:cNvPr id="27" name="Text Box 4"/>
          <p:cNvSpPr txBox="1"/>
          <p:nvPr/>
        </p:nvSpPr>
        <p:spPr>
          <a:xfrm>
            <a:off x="26136600" y="12172948"/>
            <a:ext cx="7846695" cy="4819653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4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3D 도면 설계  체험</a:t>
            </a:r>
            <a:endParaRPr lang="ko-KR" sz="6400" b="0" i="0" strike="noStrike" spc="-18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50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(추첨을 통해 3명 실품 증정)</a:t>
            </a:r>
            <a:endParaRPr lang="ko-KR" sz="6400" b="0" i="0" strike="noStrike" spc="-18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4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프로그래밍 체험</a:t>
            </a:r>
            <a:endParaRPr lang="ko-KR" sz="6400" b="0" i="0" strike="noStrike" spc="-18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4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(지도자와 함께하는 신나는 코드 작성)</a:t>
            </a:r>
            <a:endParaRPr lang="ko-KR" altLang="en-US" sz="6400" b="0" i="0" strike="noStrike">
              <a:solidFill>
                <a:srgbClr val="664a28"/>
              </a:solidFill>
              <a:latin typeface="HY동녘B"/>
              <a:ea typeface="HY동녘B"/>
            </a:endParaRPr>
          </a:p>
        </p:txBody>
      </p:sp>
      <p:sp>
        <p:nvSpPr>
          <p:cNvPr id="28" name="Text Box 5"/>
          <p:cNvSpPr txBox="1"/>
          <p:nvPr/>
        </p:nvSpPr>
        <p:spPr>
          <a:xfrm>
            <a:off x="35414900" y="12401548"/>
            <a:ext cx="7846695" cy="4819652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/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3D 프린팅과 </a:t>
            </a:r>
            <a:endParaRPr lang="ko-KR" sz="6800" b="0" i="0" strike="noStrike" spc="-18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프로그래밍 등 </a:t>
            </a:r>
            <a:endParaRPr lang="ko-KR" sz="6800" b="0" i="0" strike="noStrike" spc="-18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스마트 기술에 </a:t>
            </a:r>
            <a:endParaRPr lang="ko-KR" sz="6800" b="0" i="0" strike="noStrike" spc="-180">
              <a:solidFill>
                <a:srgbClr val="664a28"/>
              </a:solidFill>
              <a:latin typeface="HY동녘B"/>
              <a:ea typeface="HY동녘B"/>
            </a:endParaRPr>
          </a:p>
          <a:p>
            <a:pPr marL="0" indent="0" algn="ctr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ko-KR" sz="6800" b="0" i="0" strike="noStrike" spc="-180">
                <a:solidFill>
                  <a:srgbClr val="664a28"/>
                </a:solidFill>
                <a:latin typeface="HY동녘B"/>
                <a:ea typeface="HY동녘B"/>
              </a:rPr>
              <a:t>관심이 많은 학생!</a:t>
            </a:r>
            <a:endParaRPr lang="ko-KR" altLang="en-US" sz="6800" b="0" i="0" strike="noStrike">
              <a:solidFill>
                <a:srgbClr val="664a28"/>
              </a:solidFill>
              <a:latin typeface="HY동녘B"/>
              <a:ea typeface="HY동녘B"/>
            </a:endParaRPr>
          </a:p>
        </p:txBody>
      </p:sp>
      <p:sp>
        <p:nvSpPr>
          <p:cNvPr id="29" name="Text Box 12"/>
          <p:cNvSpPr txBox="1"/>
          <p:nvPr/>
        </p:nvSpPr>
        <p:spPr>
          <a:xfrm>
            <a:off x="25441276" y="12585700"/>
            <a:ext cx="318770" cy="389890"/>
          </a:xfrm>
          <a:prstGeom prst="rect">
            <a:avLst/>
          </a:prstGeom>
          <a:noFill/>
          <a:ln>
            <a:noFill/>
          </a:ln>
        </p:spPr>
        <p:txBody>
          <a:bodyPr vert="horz" wrap="none" lIns="89535" tIns="46355" rIns="89535" bIns="46355" anchor="t">
            <a:spAutoFit/>
          </a:bodyPr>
          <a:lstStyle/>
          <a:p>
            <a:pPr marL="0" indent="0" algn="l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ko-KR" altLang="en-US" sz="1800">
              <a:latin typeface="NanumGothic"/>
              <a:ea typeface="NanumGothic"/>
            </a:endParaRPr>
          </a:p>
        </p:txBody>
      </p:sp>
      <p:sp>
        <p:nvSpPr>
          <p:cNvPr id="30" name="Text Box 1"/>
          <p:cNvSpPr txBox="1"/>
          <p:nvPr/>
        </p:nvSpPr>
        <p:spPr>
          <a:xfrm rot="660000">
            <a:off x="40610204" y="9278491"/>
            <a:ext cx="4172586" cy="1131064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sz="6900" b="1">
                <a:ln w="9525" cap="flat" cmpd="sng" algn="ctr">
                  <a:solidFill>
                    <a:srgbClr val="ead6ae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664a28"/>
                </a:solidFill>
                <a:latin typeface="HY동녘B"/>
                <a:ea typeface="HY동녘B"/>
              </a:rPr>
              <a:t>꼭 와줘~</a:t>
            </a:r>
            <a:endParaRPr lang="ko-KR" altLang="en-US" sz="6900" b="1">
              <a:ln w="9525" cap="flat" cmpd="sng" algn="ctr">
                <a:solidFill>
                  <a:srgbClr val="ead6ae"/>
                </a:solidFill>
                <a:prstDash val="solid"/>
                <a:round/>
                <a:headEnd w="med" len="med"/>
                <a:tailEnd w="med" len="med"/>
              </a:ln>
              <a:solidFill>
                <a:srgbClr val="664a28"/>
              </a:solidFill>
              <a:latin typeface="HY동녘B"/>
              <a:ea typeface="HY동녘B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4477999" y="1966753"/>
            <a:ext cx="22250400" cy="1993742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91440" tIns="45720" rIns="91440" bIns="45720" anchor="t">
            <a:spAutoFit/>
          </a:bodyPr>
          <a:p>
            <a:pPr algn="ctr">
              <a:spcBef>
                <a:spcPts val="0"/>
              </a:spcBef>
              <a:defRPr/>
            </a:pPr>
            <a:r>
              <a:rPr lang="ko-KR" altLang="en-US" sz="12500" b="1">
                <a:ln w="101600">
                  <a:solidFill>
                    <a:srgbClr val="694c29"/>
                  </a:solidFill>
                </a:ln>
                <a:solidFill>
                  <a:srgbClr val="eae096"/>
                </a:solidFill>
                <a:effectLst/>
                <a:latin typeface="HY동녘B"/>
                <a:ea typeface="HY동녘B"/>
              </a:rPr>
              <a:t> </a:t>
            </a:r>
            <a:r>
              <a:rPr lang="en-US" altLang="ko-KR" sz="12500" b="1">
                <a:ln w="101600">
                  <a:solidFill>
                    <a:srgbClr val="694c29"/>
                  </a:solidFill>
                </a:ln>
                <a:solidFill>
                  <a:srgbClr val="eae096"/>
                </a:solidFill>
                <a:effectLst/>
                <a:latin typeface="HY동녘B"/>
                <a:ea typeface="HY동녘B"/>
              </a:rPr>
              <a:t>2024.</a:t>
            </a:r>
            <a:r>
              <a:rPr lang="ko-KR" altLang="en-US" sz="12500" b="1">
                <a:ln w="101600">
                  <a:solidFill>
                    <a:srgbClr val="694c29"/>
                  </a:solidFill>
                </a:ln>
                <a:solidFill>
                  <a:srgbClr val="eae096"/>
                </a:solidFill>
                <a:effectLst/>
                <a:latin typeface="HY동녘B"/>
                <a:ea typeface="HY동녘B"/>
              </a:rPr>
              <a:t> 사천고 동아리 페스티벌</a:t>
            </a:r>
            <a:endParaRPr lang="ko-KR" altLang="en-US" sz="12500" b="1">
              <a:ln w="101600">
                <a:solidFill>
                  <a:srgbClr val="694c29"/>
                </a:solidFill>
              </a:ln>
              <a:solidFill>
                <a:srgbClr val="eae096"/>
              </a:solidFill>
              <a:effectLst/>
              <a:latin typeface="HY동녘B"/>
              <a:ea typeface="HY동녘B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6884650" y="5565140"/>
            <a:ext cx="17437104" cy="1995805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  <p:txBody>
          <a:bodyPr wrap="square">
            <a:spAutoFit/>
          </a:bodyPr>
          <a:p>
            <a:pPr algn="ctr">
              <a:defRPr/>
            </a:pPr>
            <a:r>
              <a:rPr lang="ko-KR" altLang="en-US" sz="12500">
                <a:latin typeface="HY동녘B"/>
                <a:ea typeface="HY동녘B"/>
              </a:rPr>
              <a:t> </a:t>
            </a:r>
            <a:r>
              <a:rPr lang="ko-KR" altLang="en-US" sz="12500" b="1">
                <a:ln w="101600" cap="flat" cmpd="sng" algn="ctr">
                  <a:solidFill>
                    <a:srgbClr val="ead6ae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664a28"/>
                </a:solidFill>
                <a:latin typeface="HY동녘B"/>
                <a:ea typeface="HY동녘B"/>
              </a:rPr>
              <a:t>인공지능부</a:t>
            </a:r>
            <a:endParaRPr lang="ko-KR" altLang="en-US" sz="12500" b="1">
              <a:ln w="101600" cap="flat" cmpd="sng" algn="ctr">
                <a:solidFill>
                  <a:srgbClr val="ead6ae"/>
                </a:solidFill>
                <a:prstDash val="solid"/>
                <a:round/>
                <a:headEnd w="med" len="med"/>
                <a:tailEnd w="med" len="med"/>
              </a:ln>
              <a:solidFill>
                <a:srgbClr val="664a28"/>
              </a:solidFill>
              <a:latin typeface="HY동녘B"/>
              <a:ea typeface="HY동녘B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7645400" y="10174604"/>
            <a:ext cx="8221980" cy="1864995"/>
          </a:xfrm>
          <a:prstGeom prst="rect">
            <a:avLst/>
          </a:prstGeom>
          <a:effectLst/>
        </p:spPr>
        <p:txBody>
          <a:bodyPr wrap="square">
            <a:spAutoFit/>
          </a:bodyPr>
          <a:p>
            <a:pPr algn="ctr">
              <a:defRPr/>
            </a:pPr>
            <a:r>
              <a:rPr lang="ko-KR" altLang="en-US" sz="11700" b="1">
                <a:ln w="101600" cap="flat" cmpd="sng" algn="ctr">
                  <a:solidFill>
                    <a:srgbClr val="654a28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ffcb57"/>
                </a:solidFill>
                <a:latin typeface="HY동녘B"/>
                <a:ea typeface="HY동녘B"/>
              </a:rPr>
              <a:t>동아리소개</a:t>
            </a:r>
            <a:endParaRPr lang="ko-KR" altLang="en-US" sz="11700" b="1">
              <a:ln w="101600" cap="flat" cmpd="sng" algn="ctr">
                <a:solidFill>
                  <a:srgbClr val="654a28"/>
                </a:solidFill>
                <a:prstDash val="solid"/>
                <a:round/>
                <a:headEnd w="med" len="med"/>
                <a:tailEnd w="med" len="med"/>
              </a:ln>
              <a:solidFill>
                <a:srgbClr val="ffcb57"/>
              </a:solidFill>
              <a:latin typeface="HY동녘B"/>
              <a:ea typeface="HY동녘B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5227260" y="10174604"/>
            <a:ext cx="8221980" cy="186499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1700" b="1">
                <a:ln w="101600" cap="flat" cmpd="sng" algn="ctr">
                  <a:solidFill>
                    <a:srgbClr val="654a28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ffcb57"/>
                </a:solidFill>
                <a:latin typeface="HY동녘B"/>
                <a:ea typeface="HY동녘B"/>
              </a:rPr>
              <a:t>추천 학생</a:t>
            </a:r>
            <a:endParaRPr lang="ko-KR" altLang="en-US" sz="11700" b="1">
              <a:ln w="101600" cap="flat" cmpd="sng" algn="ctr">
                <a:solidFill>
                  <a:srgbClr val="654a28"/>
                </a:solidFill>
                <a:prstDash val="solid"/>
                <a:round/>
                <a:headEnd w="med" len="med"/>
                <a:tailEnd w="med" len="med"/>
              </a:ln>
              <a:solidFill>
                <a:srgbClr val="ffcb57"/>
              </a:solidFill>
              <a:latin typeface="HY동녘B"/>
              <a:ea typeface="HY동녘B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25831800" y="10174605"/>
            <a:ext cx="8221980" cy="186499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1700" b="1">
                <a:ln w="101600" cap="flat" cmpd="sng" algn="ctr">
                  <a:solidFill>
                    <a:srgbClr val="654a28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ffcb57"/>
                </a:solidFill>
                <a:latin typeface="HY동녘B"/>
                <a:ea typeface="HY동녘B"/>
              </a:rPr>
              <a:t>체험 활동</a:t>
            </a:r>
            <a:endParaRPr lang="ko-KR" altLang="en-US" sz="11700" b="1">
              <a:ln w="101600" cap="flat" cmpd="sng" algn="ctr">
                <a:solidFill>
                  <a:srgbClr val="654a28"/>
                </a:solidFill>
                <a:prstDash val="solid"/>
                <a:round/>
                <a:headEnd w="med" len="med"/>
                <a:tailEnd w="med" len="med"/>
              </a:ln>
              <a:solidFill>
                <a:srgbClr val="ffcb57"/>
              </a:solidFill>
              <a:latin typeface="HY동녘B"/>
              <a:ea typeface="HY동녘B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6802100" y="10174604"/>
            <a:ext cx="8221980" cy="1864995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1700" b="1">
                <a:ln w="101600" cap="flat" cmpd="sng" algn="ctr">
                  <a:solidFill>
                    <a:srgbClr val="654a28"/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ffcb57"/>
                </a:solidFill>
                <a:latin typeface="HY동녘B"/>
                <a:ea typeface="HY동녘B"/>
              </a:rPr>
              <a:t>동영상 주제</a:t>
            </a:r>
            <a:endParaRPr lang="ko-KR" altLang="en-US" sz="11700" b="1">
              <a:ln w="101600" cap="flat" cmpd="sng" algn="ctr">
                <a:solidFill>
                  <a:srgbClr val="654a28"/>
                </a:solidFill>
                <a:prstDash val="solid"/>
                <a:round/>
                <a:headEnd w="med" len="med"/>
                <a:tailEnd w="med" len="med"/>
              </a:ln>
              <a:solidFill>
                <a:srgbClr val="ffcb57"/>
              </a:solidFill>
              <a:latin typeface="HY동녘B"/>
              <a:ea typeface="HY동녘B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/storage/emulated/0/Android/data/com.infraware.office.link/cache/.polaris_temp/image1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44800" y="0"/>
            <a:ext cx="45517436" cy="25603836"/>
          </a:xfrm>
          <a:prstGeom prst="rect">
            <a:avLst/>
          </a:prstGeom>
          <a:noFill/>
        </p:spPr>
      </p:pic>
      <p:pic>
        <p:nvPicPr>
          <p:cNvPr id="3" name="Picture 2" descr="/storage/emulated/0/Android/data/com.infraware.office.link/cache/.polaris_temp/image2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02200" y="1587500"/>
            <a:ext cx="41389936" cy="22428836"/>
          </a:xfrm>
          <a:prstGeom prst="rect">
            <a:avLst/>
          </a:prstGeom>
          <a:noFill/>
          <a:effectLst>
            <a:outerShdw dist="582058" dir="5400000">
              <a:srgbClr val="664a28"/>
            </a:outerShdw>
          </a:effectLst>
        </p:spPr>
      </p:pic>
      <p:pic>
        <p:nvPicPr>
          <p:cNvPr id="7" name="Picture 6" descr="/storage/emulated/0/Android/data/com.infraware.office.link/cache/.polaris_temp/image4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4805600" y="1066800"/>
            <a:ext cx="1918335" cy="1918335"/>
          </a:xfrm>
          <a:prstGeom prst="rect">
            <a:avLst/>
          </a:prstGeom>
          <a:noFill/>
        </p:spPr>
      </p:pic>
      <p:sp>
        <p:nvSpPr>
          <p:cNvPr id="8" name="Text Box 8"/>
          <p:cNvSpPr txBox="1"/>
          <p:nvPr/>
        </p:nvSpPr>
        <p:spPr>
          <a:xfrm flipH="1">
            <a:off x="12090400" y="1905000"/>
            <a:ext cx="27882532" cy="1762443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sz="11000" b="1">
                <a:ln w="101600" cap="rnd" cmpd="sng" algn="ctr">
                  <a:solidFill>
                    <a:srgbClr val="654827">
                      <a:alpha val="81000"/>
                    </a:srgb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fff9a9"/>
                </a:solidFill>
                <a:latin typeface="HY동녘B"/>
                <a:ea typeface="HY동녘B"/>
              </a:rPr>
              <a:t>2024. 인공지능부 동아리 발표회 영상</a:t>
            </a:r>
            <a:endParaRPr lang="ko-KR" altLang="en-US" sz="11000" b="1">
              <a:ln w="101600" cap="rnd" cmpd="sng" algn="ctr">
                <a:solidFill>
                  <a:srgbClr val="654827">
                    <a:alpha val="81000"/>
                  </a:srgb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fff9a9"/>
              </a:solidFill>
              <a:latin typeface="HY동녘B"/>
              <a:ea typeface="HY동녘B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55</ep:Words>
  <ep:PresentationFormat/>
  <ep:Paragraphs>25</ep:Paragraphs>
  <ep:Slides>2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Office Theme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이상진</dc:creator>
  <cp:lastModifiedBy>alsrb</cp:lastModifiedBy>
  <dcterms:modified xsi:type="dcterms:W3CDTF">2024-12-20T15:43:15.081</dcterms:modified>
  <cp:revision>15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